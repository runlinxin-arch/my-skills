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星辰计划产品方案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2026 年 8 月 · 产品部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核心功能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智能文档解析</a:t>
            </a:r>
          </a:p>
          <a:p>
            <a:r>
              <a:t>多格式一键转换</a:t>
            </a:r>
          </a:p>
          <a:p>
            <a:r>
              <a:t>批量处理与云端同步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里程碑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Q3 完成内测</a:t>
            </a:r>
          </a:p>
          <a:p>
            <a:r>
              <a:t>Q4 正式上线</a:t>
            </a:r>
          </a:p>
          <a:p>
            <a:r>
              <a:t>2027 Q1 海外版发布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